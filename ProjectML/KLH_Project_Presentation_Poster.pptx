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074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LH_Project_Presentation_Template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074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243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01168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243"/>
                </a:solidFill>
                <a:latin typeface="Arial"/>
              </a:defRPr>
            </a:pPr>
            <a:r>
              <a:t>Heart Disease Prediction Using Logistic Regression, SVM, and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41414"/>
                </a:solidFill>
                <a:latin typeface="Arial"/>
              </a:defRPr>
            </a:pPr>
            <a:r>
              <a:t>• Overview: AI-driven diagnostic screening system analyzing 1,025 cardiac patient profiles.</a:t>
            </a:r>
            <a:br/>
            <a:r>
              <a:t>• Problem Statement: Cardiovascular disease is the leading global cause of death; manual diagnosis is invasive and delayed.</a:t>
            </a:r>
            <a:br/>
            <a:r>
              <a:t>• Objectives: Develop and benchmark Logistic Regression, SVM, and KNN classifiers for early detection.</a:t>
            </a:r>
            <a:br/>
            <a:r>
              <a:t>• Significance: Non-invasive, instantaneous decision support reducing clinical diagnostic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41414"/>
                </a:solidFill>
                <a:latin typeface="Arial"/>
              </a:defRPr>
            </a:pPr>
            <a:r>
              <a:t>• Existing Limitations: Traditional heuristic scoring models rely on linear thresholds with high false negative rates.</a:t>
            </a:r>
            <a:br/>
            <a:r>
              <a:t>• Unexplored Areas: Limited comparative multi-metric evaluation across linear, margin, and distance-based classifiers.</a:t>
            </a:r>
            <a:br/>
            <a:r>
              <a:t>• Need for Solution: Accurate probability calibration combined with interpretable clinical decision thresholds.</a:t>
            </a:r>
            <a:br/>
            <a:r>
              <a:t>• Our Contribution: Robust preprocessing, hyperparameter optimization, and a real-time web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